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分数教研资料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OFFICE-e683554e-3771-4e84-82b5-a166a9d2aeb7 中文课时37分钟，练习8题。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2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3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4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5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6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7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8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9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10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11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12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13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14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15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16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17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18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&lt;img src="http://127.0.0.1:9/never" onerror="window.evil=1"&gt;&lt;script&gt;window.evil=1&lt;/script&gt;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=1+1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72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72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72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72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72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数据末行100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验收尾部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OFFICE-e683554e-3771-4e84-82b5-a166a9d2aeb7 最后一段中文验收。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分数教研资料</dc:title>
  <dc:subject>教学办公文档</dc:subject>
  <dc:creator>小智</dc:creator>
  <cp:lastModifiedBy>小智</cp:lastModifiedBy>
  <cp:revision>1</cp:revision>
  <dcterms:created xsi:type="dcterms:W3CDTF">2026-10-04T01:01:15Z</dcterms:created>
  <dcterms:modified xsi:type="dcterms:W3CDTF">2026-10-04T01:01:15Z</dcterms:modified>
</cp:coreProperties>
</file>