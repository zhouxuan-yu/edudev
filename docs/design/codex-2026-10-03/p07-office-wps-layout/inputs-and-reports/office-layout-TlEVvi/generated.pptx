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274320"/>
            <a:ext cx="10972800" cy="502920"/>
          </a:xfrm>
          <a:prstGeom prst="rect">
            <a:avLst/>
          </a:prstGeom>
          <a:noFill/>
          <a:ln/>
        </p:spPr>
        <p:txBody>
          <a:bodyPr wrap="square" lIns="0" tIns="0" rIns="0" bIns="0" rtlCol="0" anchor="t"/>
          <a:lstStyle/>
          <a:p>
            <a:pPr indent="0" marL="0">
              <a:buNone/>
            </a:pPr>
            <a:r>
              <a:rPr lang="en-US" sz="2400" b="1" dirty="0">
                <a:solidFill>
                  <a:srgbClr val="000000"/>
                </a:solidFill>
              </a:rPr>
              <a:t>中文与英文办公版面</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74320"/>
            <a:ext cx="10972800" cy="502920"/>
          </a:xfrm>
          <a:prstGeom prst="rect">
            <a:avLst/>
          </a:prstGeom>
          <a:noFill/>
          <a:ln/>
        </p:spPr>
        <p:txBody>
          <a:bodyPr wrap="square" lIns="0" tIns="0" rIns="0" bIns="0" rtlCol="0" anchor="t"/>
          <a:lstStyle/>
          <a:p>
            <a:pPr indent="0" marL="0">
              <a:buNone/>
            </a:pPr>
            <a:r>
              <a:rPr lang="en-US" sz="2400" b="1" dirty="0">
                <a:solidFill>
                  <a:srgbClr val="000000"/>
                </a:solidFill>
              </a:rPr>
              <a:t>1000字与原始空格</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72800" cy="914400"/>
        </p:xfrm>
        <a:graphic>
          <a:graphicData uri="http://schemas.openxmlformats.org/drawingml/2006/table">
            <a:tbl>
              <a:tblPr/>
              <a:tblGrid>
                <a:gridCol w="10972800"/>
              </a:tblGrid>
              <a:tr h="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首段开始课堂训练课堂训练课堂训练课堂训练课堂训练课堂训练课堂训练课堂训练课堂训练课堂训练课堂训练课堂训练课堂训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练课堂训练课堂训练课堂训练课堂训练课堂训练课堂训练课堂训练课堂训练课堂训练课堂训练课堂训练课堂训练课堂训练课堂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训练课堂训练课堂训练课堂训练课堂训练课堂训练课堂训练课堂训练课堂训练课堂训练课堂训练课堂训练课堂训练课堂训练课</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堂训练课堂训练课堂训练课堂训练课堂训练课堂训练课堂训练课堂训练课堂训练课堂训练课堂训练课堂训练课堂训练课堂训练</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课堂训练课堂训练课堂训练课堂训练课堂训练课堂训练课堂训练课堂训练课堂训练课堂训练课堂训练课堂训练课堂训练课堂训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练课堂训练课堂训练课堂训练课堂训练课堂训练课堂训练课堂训练课堂训练课堂训练课堂训练课堂训练课堂训练课堂训练课堂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训练课堂训练课堂训练课堂训练课堂训练课堂训练课堂训练课堂训练课堂训练课堂训练课堂训练课堂训练课堂训练课堂训练课</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堂训练课堂训练课堂训练课堂训练课堂训练课堂训练课堂训练课堂训练课堂训练课堂训练课堂训练课堂训练课堂训练课堂训练</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课堂训练课堂训练课堂训练课堂训练课堂训练课堂训练课堂训练课堂训练课堂训练课堂训练课堂训练课堂训练课堂训练课堂训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练课堂训练课堂训练课堂训练课堂训练课堂训练课堂训练课堂训练课堂训练课堂训练课堂训练课堂训练课堂训练课堂训练课堂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训练课堂训练课堂训练课堂训练课堂训练课堂训练课堂训练课堂训练课堂训练课堂训练课堂训练课堂训练课堂训练课堂训练课</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堂训练课堂训练课堂训练课堂训练课堂训练课堂训练课堂训练课堂训练课堂训练课堂训练课堂训练课堂训练课堂训练课堂训练</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课堂训练课堂训练课堂训练课堂训练课堂训练课堂训练课堂训练课堂训练课堂训练课堂训练课堂训练课堂训练课堂训练课堂训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练课堂训练课堂训练课堂训练课堂训练课堂训练课堂训练课堂训练课堂训练课堂训练课堂训练课堂训练课堂训练课堂训练课堂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训练课堂训练课堂训练课堂训练课堂训练课堂训练课堂训练课堂训练课堂训练课堂训练课堂训练课堂训练课堂训练课堂训练课</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堂训练课堂训练课堂训练课堂训练课堂训练课堂训练课堂训练课堂训练课堂训练课堂训练课堂训练课堂训练课堂训练课堂训练</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课堂训练课堂训练课堂训练课堂训练课堂训练课堂训练课堂训练课堂训练课堂训练课堂训练课堂训练课堂训练课堂训练课堂训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练课堂训练课堂训练课堂训练课堂训练课堂训练课堂训练课堂训练课堂训练课堂训练课堂训练课堂训练课堂训练课堂训练课堂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训练首段结束</a:t>
                      </a:r>
                      <a:endParaRPr lang="en-US" sz="1400" dirty="0">
                        <a:latin typeface="Microsoft YaHei" charset="0"/>
                        <a:ea typeface="Microsoft YaHei" charset="0"/>
                        <a:cs typeface="Microsoft YaHei" charset="0"/>
                      </a:endParaRPr>
                    </a:p>
                  </a:txBody>
                  <a:tcPr marL="36576" marR="36576" marT="36576" marB="36576"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74320"/>
            <a:ext cx="10972800" cy="502920"/>
          </a:xfrm>
          <a:prstGeom prst="rect">
            <a:avLst/>
          </a:prstGeom>
          <a:noFill/>
          <a:ln/>
        </p:spPr>
        <p:txBody>
          <a:bodyPr wrap="square" lIns="0" tIns="0" rIns="0" bIns="0" rtlCol="0" anchor="t"/>
          <a:lstStyle/>
          <a:p>
            <a:pPr indent="0" marL="0">
              <a:buNone/>
            </a:pPr>
            <a:r>
              <a:rPr lang="en-US" sz="2400" b="1" dirty="0">
                <a:solidFill>
                  <a:srgbClr val="000000"/>
                </a:solidFill>
              </a:rPr>
              <a:t>1000字与原始空格</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72800" cy="914400"/>
        </p:xfrm>
        <a:graphic>
          <a:graphicData uri="http://schemas.openxmlformats.org/drawingml/2006/table">
            <a:tbl>
              <a:tblPr/>
              <a:tblGrid>
                <a:gridCol w="10972800"/>
              </a:tblGrid>
              <a:tr h="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中文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保留两个空格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mixed </a:t>
                      </a:r>
                      <a:pPr indent="0" marL="0">
                        <a:buNone/>
                      </a:pPr>
                      <a:r>
                        <a:rPr lang="en-US" sz="1400" dirty="0">
                          <a:solidFill>
                            <a:srgbClr val="000000"/>
                          </a:solidFill>
                          <a:latin typeface="Microsoft YaHei" pitchFamily="34" charset="0"/>
                          <a:ea typeface="Microsoft YaHei" pitchFamily="34" charset="-122"/>
                          <a:cs typeface="Microsoft YaHei" pitchFamily="34" charset="-120"/>
                        </a:rPr>
                        <a:t>WORD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spaces </a:t>
                      </a:r>
                      <a:pPr indent="0" marL="0">
                        <a:buNone/>
                      </a:pPr>
                      <a:r>
                        <a:rPr lang="en-US" sz="1400" dirty="0">
                          <a:solidFill>
                            <a:srgbClr val="000000"/>
                          </a:solidFill>
                          <a:latin typeface="Microsoft YaHei" pitchFamily="34" charset="0"/>
                          <a:ea typeface="Microsoft YaHei" pitchFamily="34" charset="-122"/>
                          <a:cs typeface="Microsoft YaHei" pitchFamily="34" charset="-120"/>
                        </a:rPr>
                        <a:t>尾部。</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下一行仍有 </a:t>
                      </a:r>
                      <a:pPr indent="0" marL="0">
                        <a:buNone/>
                      </a:pPr>
                      <a:r>
                        <a:rPr lang="en-US" sz="1400" dirty="0">
                          <a:solidFill>
                            <a:srgbClr val="000000"/>
                          </a:solidFill>
                          <a:latin typeface="Microsoft YaHei" pitchFamily="34" charset="0"/>
                          <a:ea typeface="Microsoft YaHei" pitchFamily="34" charset="-122"/>
                          <a:cs typeface="Microsoft YaHei" pitchFamily="34" charset="-120"/>
                        </a:rPr>
                        <a:t> </a:t>
                      </a:r>
                      <a:pPr indent="0" marL="0">
                        <a:buNone/>
                      </a:pPr>
                      <a:r>
                        <a:rPr lang="en-US" sz="1400" dirty="0">
                          <a:solidFill>
                            <a:srgbClr val="000000"/>
                          </a:solidFill>
                          <a:latin typeface="Microsoft YaHei" pitchFamily="34" charset="0"/>
                          <a:ea typeface="Microsoft YaHei" pitchFamily="34" charset="-122"/>
                          <a:cs typeface="Microsoft YaHei" pitchFamily="34" charset="-120"/>
                        </a:rPr>
                        <a:t>双空格。</a:t>
                      </a:r>
                      <a:endParaRPr lang="en-US" sz="1400" dirty="0">
                        <a:latin typeface="Microsoft YaHei" charset="0"/>
                        <a:ea typeface="Microsoft YaHei" charset="0"/>
                        <a:cs typeface="Microsoft YaHei" charset="0"/>
                      </a:endParaRPr>
                    </a:p>
                  </a:txBody>
                  <a:tcPr marL="36576" marR="36576" marT="36576" marB="36576"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74320"/>
            <a:ext cx="10972800" cy="502920"/>
          </a:xfrm>
          <a:prstGeom prst="rect">
            <a:avLst/>
          </a:prstGeom>
          <a:noFill/>
          <a:ln/>
        </p:spPr>
        <p:txBody>
          <a:bodyPr wrap="square" lIns="0" tIns="0" rIns="0" bIns="0" rtlCol="0" anchor="t"/>
          <a:lstStyle/>
          <a:p>
            <a:pPr indent="0" marL="0">
              <a:buNone/>
            </a:pPr>
            <a:r>
              <a:rPr lang="en-US" sz="2400" b="1" dirty="0">
                <a:solidFill>
                  <a:srgbClr val="000000"/>
                </a:solidFill>
              </a:rPr>
              <a:t>1000字与原始空格</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72800" cy="914400"/>
        </p:xfrm>
        <a:graphic>
          <a:graphicData uri="http://schemas.openxmlformats.org/drawingml/2006/table">
            <a:tbl>
              <a:tblPr/>
              <a:tblGrid>
                <a:gridCol w="5486400"/>
                <a:gridCol w="54864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数量</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长词开始</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EnglishWordEnglishWordEnglishWordEnglishWordEnglishWordEnglish</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WordEnglishWordEnglishWordEnglishWord </a:t>
                      </a:r>
                      <a:pPr indent="0" marL="0">
                        <a:buNone/>
                      </a:pPr>
                      <a:r>
                        <a:rPr lang="en-US" sz="1200" dirty="0">
                          <a:solidFill>
                            <a:srgbClr val="000000"/>
                          </a:solidFill>
                          <a:latin typeface="Microsoft YaHei" pitchFamily="34" charset="0"/>
                          <a:ea typeface="Microsoft YaHei" pitchFamily="34" charset="-122"/>
                          <a:cs typeface="Microsoft YaHei" pitchFamily="34" charset="-120"/>
                        </a:rPr>
                        <a:t> </a:t>
                      </a:r>
                      <a:pPr indent="0" marL="0">
                        <a:buNone/>
                      </a:pPr>
                      <a:r>
                        <a:rPr lang="en-US" sz="1200" dirty="0">
                          <a:solidFill>
                            <a:srgbClr val="000000"/>
                          </a:solidFill>
                          <a:latin typeface="Microsoft YaHei" pitchFamily="34" charset="0"/>
                          <a:ea typeface="Microsoft YaHei" pitchFamily="34" charset="-122"/>
                          <a:cs typeface="Microsoft YaHei" pitchFamily="34" charset="-120"/>
                        </a:rPr>
                        <a:t>空格保留</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=1+1</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中文与英文办公版面</dc:title>
  <dc:subject>教学办公文档</dc:subject>
  <dc:creator>小智</dc:creator>
  <cp:lastModifiedBy>小智</cp:lastModifiedBy>
  <cp:revision>1</cp:revision>
  <dcterms:created xsi:type="dcterms:W3CDTF">2026-10-04T02:32:49Z</dcterms:created>
  <dcterms:modified xsi:type="dcterms:W3CDTF">2026-10-04T02:32:49Z</dcterms:modified>
</cp:coreProperties>
</file>