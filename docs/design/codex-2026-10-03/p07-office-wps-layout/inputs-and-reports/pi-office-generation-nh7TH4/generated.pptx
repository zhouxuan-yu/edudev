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分数教研资料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OFFICE-bd77230d-95c5-4f79-816a-802518a3c7b6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中文课时37分钟，练习8题。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第1段：分数课堂通过实物展示与学生讨论核对教学证据。分数课堂通过实物展示与学生讨论核对教学证据。分数课堂通过实物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第2段：分数课堂通过实物展示与学生讨论核对教学证据。分数课堂通过实物展示与学生讨论核对教学证据。分数课堂通过实物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第3段：分数课堂通过实物展示与学生讨论核对教学证据。分数课堂通过实物展示与学生讨论核对教学证据。分数课堂通过实物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第4段：分数课堂通过实物展示与学生讨论核对教学证据。分数课堂通过实物展示与学生讨论核对教学证据。分数课堂通过实物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第5段：分数课堂通过实物展示与学生讨论核对教学证据。分数课堂通过实物展示与学生讨论核对教学证据。分数课堂通过实物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第6段：分数课堂通过实物展示与学生讨论核对教学证据。分数课堂通过实物展示与学生讨论核对教学证据。分数课堂通过实物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第7段：分数课堂通过实物展示与学生讨论核对教学证据。分数课堂通过实物展示与学生讨论核对教学证据。分数课堂通过实物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第8段：分数课堂通过实物展示与学生讨论核对教学证据。分数课堂通过实物展示与学生讨论核对教学证据。分数课堂通过实物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第9段：分数课堂通过实物展示与学生讨论核对教学证据。分数课堂通过实物展示与学生讨论核对教学证据。分数课堂通过实物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证据。分数课堂通过实物展示与学生讨论核对教学证据。分数课堂通过实物展示与学生讨论核对教学证据。分数课堂通过实物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展示与学生讨论核对教学证据。分数课堂通过实物展示与学生讨论核对教学证据。分数课堂通过实物展示与学生讨论核对教学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第10段：分数课堂通过实物展示与学生讨论核对教学证据。分数课堂通过实物展示与学生讨论核对教学证据。分数课堂通过实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第11段：分数课堂通过实物展示与学生讨论核对教学证据。分数课堂通过实物展示与学生讨论核对教学证据。分数课堂通过实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第12段：分数课堂通过实物展示与学生讨论核对教学证据。分数课堂通过实物展示与学生讨论核对教学证据。分数课堂通过实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第13段：分数课堂通过实物展示与学生讨论核对教学证据。分数课堂通过实物展示与学生讨论核对教学证据。分数课堂通过实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第14段：分数课堂通过实物展示与学生讨论核对教学证据。分数课堂通过实物展示与学生讨论核对教学证据。分数课堂通过实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第15段：分数课堂通过实物展示与学生讨论核对教学证据。分数课堂通过实物展示与学生讨论核对教学证据。分数课堂通过实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第16段：分数课堂通过实物展示与学生讨论核对教学证据。分数课堂通过实物展示与学生讨论核对教学证据。分数课堂通过实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第17段：分数课堂通过实物展示与学生讨论核对教学证据。分数课堂通过实物展示与学生讨论核对教学证据。分数课堂通过实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第18段：分数课堂通过实物展示与学生讨论核对教学证据。分数课堂通过实物展示与学生讨论核对教学证据。分数课堂通过实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学证据。分数课堂通过实物展示与学生讨论核对教学证据。分数课堂通过实物展示与学生讨论核对教学证据。分数课堂通过实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物展示与学生讨论核对教学证据。分数课堂通过实物展示与学生讨论核对教学证据。分数课堂通过实物展示与学生讨论核对教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学证据。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&lt;img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src="http://127.0.0.1:9/never"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onerror="window.evil=1"&gt;&lt;script&gt;window.evil=1&lt;/script&gt;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=1+1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数据末行100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t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验收尾部</a:t>
            </a:r>
            <a:endParaRPr lang="en-US" sz="2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OFFICE-bd77230d-95c5-4f79-816a-802518a3c7b6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最后一段中文验收。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分数教研资料</dc:title>
  <dc:subject>教学办公文档</dc:subject>
  <dc:creator>小智</dc:creator>
  <cp:lastModifiedBy>小智</cp:lastModifiedBy>
  <cp:revision>1</cp:revision>
  <dcterms:created xsi:type="dcterms:W3CDTF">2026-10-04T02:24:46Z</dcterms:created>
  <dcterms:modified xsi:type="dcterms:W3CDTF">2026-10-04T02:24:46Z</dcterms:modified>
</cp:coreProperties>
</file>