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教师修订-pptx-6facedfe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教学安排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已核对中文末段-c3c54b29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教学安排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练习题数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教师修订-pptx-6facedfe</dc:title>
  <dc:subject>教学办公文档</dc:subject>
  <dc:creator>小智</dc:creator>
  <cp:lastModifiedBy>小智</cp:lastModifiedBy>
  <cp:revision>1</cp:revision>
  <dcterms:created xsi:type="dcterms:W3CDTF">2026-10-04T01:48:46Z</dcterms:created>
  <dcterms:modified xsi:type="dcterms:W3CDTF">2026-10-04T01:48:46Z</dcterms:modified>
</cp:coreProperties>
</file>